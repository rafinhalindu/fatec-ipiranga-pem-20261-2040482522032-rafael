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21087-61A6-63DE-BC59-EFEA0E655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5A7728-A404-4B6A-D394-241035B23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991FA9-ACBC-ABE2-DAD5-7A29B73D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EC4AC6-9789-7E3D-FDF1-A8B9BB32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9E8ED3-90AF-963C-1893-9B0D55DE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80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DBEEA-3949-DD61-7AFF-A4A96A0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58558-A189-980C-C80A-591B7C86F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617EE-5A9C-E829-F48A-D0E06C11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AFB5BC-5783-B421-3B8E-90F21049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F5D8B0-B072-92A7-B6F2-E05EDEC8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02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460D3-A86E-1307-2AF2-2F0E8DA2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1E2BB0-D0A3-5D49-6265-0DA42E96A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F3A6DE-15FC-9F5C-3378-2ADCB785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7B0149-78ED-ED40-150F-93F6A37E9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539DF6-3229-6349-8826-EF6C15A6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926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70A6B-DFB6-A65E-6746-CC21B908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02C557-2EDF-D587-BF5A-83703EC77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6F0B90-C36F-2167-B69A-83F2C045E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631AFA-B389-A80F-F3DD-1918F926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4B02CB-997A-E178-CA90-1273DBF5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3F0995-2C74-1972-9BCC-241B5906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74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3B15C-B305-E0F4-A24E-0BBD12FE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B3D252-48A1-98A3-0B88-26814352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BDB4EA-3B5E-5789-C2EE-0CDC57F81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A14546-E72F-4DDE-7560-7A2653A50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20EAE08-9D1E-2DBC-3256-0EB123151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7201A4-849D-A581-46FE-2DA5AFE1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D7D322-5A69-212D-BF38-9241664A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6AFC10-A42D-024C-6A4B-C054654E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82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B3F81-1C44-68DF-A822-28D259CB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FE86AB1-F1E4-5E6B-D0C2-D34040F0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68931F-09AC-229C-F303-832053A8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6ED6E0-4C3D-B408-86EE-8B17BFA1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914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BC9D65-5EC5-D895-F4E0-69F25FD6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5ADE5-264A-BA9C-E623-9D2A62BF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F44B4E-6A42-6596-500D-7B9CAA4D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74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A922D-C284-3761-E366-5F91EAE3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AA0050-3E25-E08F-943D-FF842FC89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71F43D-BCA7-9CFA-EB41-534A40AD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664A7C-565C-658B-9398-8931D09A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74E763-0F13-4EBE-8BEE-028401BA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346EA3-59D9-09D2-40E5-C2BC635A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54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89A1C-38AD-C3B1-306A-57AC6026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CDFA27-30B4-4799-7E7D-C18BA2969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22F814-622C-2A2D-199D-A5BA18A0D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6A4738-7988-D0B7-5A01-B18FDD45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787E16-36F7-63F8-F767-FE056085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97D059-B017-B3BC-7710-FFB9012D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18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2A6D2-F1AB-F4CA-D417-92C45718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244FD1-DCF1-E9A8-D323-5A76A0D3F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D135FA-9D00-66D0-00C4-856C5A0F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DA3F6-E7D0-18A1-3597-D892BAC9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FBF47-57DF-8E4E-61B3-E9DDC871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07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D7C81F-310A-EAF3-CAA7-83207B8F7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6784AE-B455-E19A-A129-2E0C34016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6C4DE0-CB01-4188-125F-EAD60C3D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38E03B-9901-4C0F-6DBF-5E9831FD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87090B-2899-F698-5957-C57DB8DA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94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4760AD8-EDF1-A394-B724-0D599566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475859-E31E-8E3D-01BC-77D72B8E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3261AD-20A1-1F2D-64BC-72314C8E8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8ABF9-72BF-4942-BC0B-03949FAE03DC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41FE5F-1A3C-82C6-62A8-535F0ADC7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64032-5495-EC3F-EF5C-243C0C23B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F7216-D0DE-4131-811C-6318A5256E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92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A9AEF-9DFA-160E-6E47-4358253CB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 de Memória – Semana 06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CDBF99-1DB2-DF8B-9AFF-068C084FB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Rafael Apro Rodrigues</a:t>
            </a:r>
          </a:p>
          <a:p>
            <a:r>
              <a:rPr lang="pt-BR" dirty="0"/>
              <a:t>RA: 2040482522032</a:t>
            </a:r>
          </a:p>
          <a:p>
            <a:endParaRPr lang="pt-BR" dirty="0"/>
          </a:p>
          <a:p>
            <a:r>
              <a:rPr lang="pt-BR" dirty="0"/>
              <a:t>PEM – 2026 1</a:t>
            </a:r>
          </a:p>
        </p:txBody>
      </p:sp>
    </p:spTree>
    <p:extLst>
      <p:ext uri="{BB962C8B-B14F-4D97-AF65-F5344CB8AC3E}">
        <p14:creationId xmlns:p14="http://schemas.microsoft.com/office/powerpoint/2010/main" val="3693961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085A6A72-9D32-5B6D-C3ED-9B46D0603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A50C8BE-125C-CA7B-CB64-D3F13E543D5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546860" y="2202180"/>
            <a:ext cx="2723216" cy="1742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32229F03-370C-12B1-244C-48F953FD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76" y="1831603"/>
            <a:ext cx="7823780" cy="3194793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8A8B4F8-0767-5D98-C46B-507D4697C7E5}"/>
              </a:ext>
            </a:extLst>
          </p:cNvPr>
          <p:cNvSpPr/>
          <p:nvPr/>
        </p:nvSpPr>
        <p:spPr>
          <a:xfrm>
            <a:off x="504645" y="2095500"/>
            <a:ext cx="1042215" cy="21336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338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F661D3E-1965-A08C-0C93-379C16CB4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A50C8BE-125C-CA7B-CB64-D3F13E543D56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186940" y="2376479"/>
            <a:ext cx="2083136" cy="477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A4BF443-4817-B0E6-AB74-305523F41974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2229F03-370C-12B1-244C-48F953FD7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0076" y="1831603"/>
              <a:ext cx="7823780" cy="3194793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55509F4-F073-8503-C3D4-A28FA3442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613" r="78349" b="76756"/>
            <a:stretch/>
          </p:blipFill>
          <p:spPr>
            <a:xfrm>
              <a:off x="4270077" y="1855165"/>
              <a:ext cx="964864" cy="740716"/>
            </a:xfrm>
            <a:prstGeom prst="rect">
              <a:avLst/>
            </a:prstGeom>
          </p:spPr>
        </p:pic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D8A8B4F8-0767-5D98-C46B-507D4697C7E5}"/>
              </a:ext>
            </a:extLst>
          </p:cNvPr>
          <p:cNvSpPr/>
          <p:nvPr/>
        </p:nvSpPr>
        <p:spPr>
          <a:xfrm>
            <a:off x="761462" y="2263140"/>
            <a:ext cx="1425478" cy="23622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137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8A8B4F8-0767-5D98-C46B-507D4697C7E5}"/>
              </a:ext>
            </a:extLst>
          </p:cNvPr>
          <p:cNvSpPr/>
          <p:nvPr/>
        </p:nvSpPr>
        <p:spPr>
          <a:xfrm>
            <a:off x="495300" y="472440"/>
            <a:ext cx="1973579" cy="217673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A50C8BE-125C-CA7B-CB64-D3F13E543D56}"/>
              </a:ext>
            </a:extLst>
          </p:cNvPr>
          <p:cNvCxnSpPr>
            <a:cxnSpLocks/>
          </p:cNvCxnSpPr>
          <p:nvPr/>
        </p:nvCxnSpPr>
        <p:spPr>
          <a:xfrm>
            <a:off x="2362200" y="690113"/>
            <a:ext cx="4541520" cy="252687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62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73A4A902-19E3-CDA6-11EE-C6B517D3FAF1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18ACF5C9-A930-7CC5-E06F-4D5CCFC101C5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DE57E6B1-C7FA-F8E1-DBE7-4A925C29C50C}"/>
                  </a:ext>
                </a:extLst>
              </p:cNvPr>
              <p:cNvGrpSpPr/>
              <p:nvPr/>
            </p:nvGrpSpPr>
            <p:grpSpPr>
              <a:xfrm>
                <a:off x="4270076" y="1831603"/>
                <a:ext cx="7823780" cy="3194793"/>
                <a:chOff x="4270076" y="1831603"/>
                <a:chExt cx="7823780" cy="3194793"/>
              </a:xfrm>
            </p:grpSpPr>
            <p:pic>
              <p:nvPicPr>
                <p:cNvPr id="5" name="Imagem 4">
                  <a:extLst>
                    <a:ext uri="{FF2B5EF4-FFF2-40B4-BE49-F238E27FC236}">
                      <a16:creationId xmlns:a16="http://schemas.microsoft.com/office/drawing/2014/main" id="{1686D56C-A951-87B9-AA56-EAB46CC8D9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0076" y="1831603"/>
                  <a:ext cx="7823780" cy="3194793"/>
                </a:xfrm>
                <a:prstGeom prst="rect">
                  <a:avLst/>
                </a:prstGeom>
              </p:spPr>
            </p:pic>
            <p:pic>
              <p:nvPicPr>
                <p:cNvPr id="6" name="Imagem 5">
                  <a:extLst>
                    <a:ext uri="{FF2B5EF4-FFF2-40B4-BE49-F238E27FC236}">
                      <a16:creationId xmlns:a16="http://schemas.microsoft.com/office/drawing/2014/main" id="{44867AC3-531C-96EC-8588-33FB135DF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10613" r="78349" b="76756"/>
                <a:stretch/>
              </p:blipFill>
              <p:spPr>
                <a:xfrm>
                  <a:off x="4270077" y="1855165"/>
                  <a:ext cx="964864" cy="740716"/>
                </a:xfrm>
                <a:prstGeom prst="rect">
                  <a:avLst/>
                </a:prstGeom>
              </p:spPr>
            </p:pic>
          </p:grp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41452039-BE61-DA8A-ABD2-F921E3FB6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8420" y="2677381"/>
                <a:ext cx="1376680" cy="716059"/>
              </a:xfrm>
              <a:prstGeom prst="rect">
                <a:avLst/>
              </a:prstGeom>
            </p:spPr>
          </p:pic>
        </p:grp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C6887CF-C3A6-422E-2776-307EC3995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0847" y="3134572"/>
              <a:ext cx="1376680" cy="250753"/>
            </a:xfrm>
            <a:prstGeom prst="rect">
              <a:avLst/>
            </a:prstGeom>
          </p:spPr>
        </p:pic>
      </p:grp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A50C8BE-125C-CA7B-CB64-D3F13E543D56}"/>
              </a:ext>
            </a:extLst>
          </p:cNvPr>
          <p:cNvCxnSpPr>
            <a:cxnSpLocks/>
          </p:cNvCxnSpPr>
          <p:nvPr/>
        </p:nvCxnSpPr>
        <p:spPr>
          <a:xfrm>
            <a:off x="2362200" y="690113"/>
            <a:ext cx="4541520" cy="252687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99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73A4A902-19E3-CDA6-11EE-C6B517D3FAF1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18ACF5C9-A930-7CC5-E06F-4D5CCFC101C5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DE57E6B1-C7FA-F8E1-DBE7-4A925C29C50C}"/>
                  </a:ext>
                </a:extLst>
              </p:cNvPr>
              <p:cNvGrpSpPr/>
              <p:nvPr/>
            </p:nvGrpSpPr>
            <p:grpSpPr>
              <a:xfrm>
                <a:off x="4270076" y="1831603"/>
                <a:ext cx="7823780" cy="3194793"/>
                <a:chOff x="4270076" y="1831603"/>
                <a:chExt cx="7823780" cy="3194793"/>
              </a:xfrm>
            </p:grpSpPr>
            <p:pic>
              <p:nvPicPr>
                <p:cNvPr id="5" name="Imagem 4">
                  <a:extLst>
                    <a:ext uri="{FF2B5EF4-FFF2-40B4-BE49-F238E27FC236}">
                      <a16:creationId xmlns:a16="http://schemas.microsoft.com/office/drawing/2014/main" id="{1686D56C-A951-87B9-AA56-EAB46CC8D9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0076" y="1831603"/>
                  <a:ext cx="7823780" cy="3194793"/>
                </a:xfrm>
                <a:prstGeom prst="rect">
                  <a:avLst/>
                </a:prstGeom>
              </p:spPr>
            </p:pic>
            <p:pic>
              <p:nvPicPr>
                <p:cNvPr id="6" name="Imagem 5">
                  <a:extLst>
                    <a:ext uri="{FF2B5EF4-FFF2-40B4-BE49-F238E27FC236}">
                      <a16:creationId xmlns:a16="http://schemas.microsoft.com/office/drawing/2014/main" id="{44867AC3-531C-96EC-8588-33FB135DF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10613" r="78349" b="76756"/>
                <a:stretch/>
              </p:blipFill>
              <p:spPr>
                <a:xfrm>
                  <a:off x="4270077" y="1855165"/>
                  <a:ext cx="964864" cy="740716"/>
                </a:xfrm>
                <a:prstGeom prst="rect">
                  <a:avLst/>
                </a:prstGeom>
              </p:spPr>
            </p:pic>
          </p:grp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41452039-BE61-DA8A-ABD2-F921E3FB6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8420" y="2677381"/>
                <a:ext cx="1376680" cy="716059"/>
              </a:xfrm>
              <a:prstGeom prst="rect">
                <a:avLst/>
              </a:prstGeom>
            </p:spPr>
          </p:pic>
        </p:grp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C6887CF-C3A6-422E-2776-307EC3995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0847" y="3134572"/>
              <a:ext cx="1376680" cy="250753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7DFAC59-A3C6-FE9C-FCBA-A78ED7570EB6}"/>
              </a:ext>
            </a:extLst>
          </p:cNvPr>
          <p:cNvSpPr/>
          <p:nvPr/>
        </p:nvSpPr>
        <p:spPr>
          <a:xfrm>
            <a:off x="792481" y="769620"/>
            <a:ext cx="891540" cy="22860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452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73A4A902-19E3-CDA6-11EE-C6B517D3FAF1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18ACF5C9-A930-7CC5-E06F-4D5CCFC101C5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DE57E6B1-C7FA-F8E1-DBE7-4A925C29C50C}"/>
                  </a:ext>
                </a:extLst>
              </p:cNvPr>
              <p:cNvGrpSpPr/>
              <p:nvPr/>
            </p:nvGrpSpPr>
            <p:grpSpPr>
              <a:xfrm>
                <a:off x="4270076" y="1831603"/>
                <a:ext cx="7823780" cy="3194793"/>
                <a:chOff x="4270076" y="1831603"/>
                <a:chExt cx="7823780" cy="3194793"/>
              </a:xfrm>
            </p:grpSpPr>
            <p:pic>
              <p:nvPicPr>
                <p:cNvPr id="5" name="Imagem 4">
                  <a:extLst>
                    <a:ext uri="{FF2B5EF4-FFF2-40B4-BE49-F238E27FC236}">
                      <a16:creationId xmlns:a16="http://schemas.microsoft.com/office/drawing/2014/main" id="{1686D56C-A951-87B9-AA56-EAB46CC8D9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0076" y="1831603"/>
                  <a:ext cx="7823780" cy="3194793"/>
                </a:xfrm>
                <a:prstGeom prst="rect">
                  <a:avLst/>
                </a:prstGeom>
              </p:spPr>
            </p:pic>
            <p:pic>
              <p:nvPicPr>
                <p:cNvPr id="6" name="Imagem 5">
                  <a:extLst>
                    <a:ext uri="{FF2B5EF4-FFF2-40B4-BE49-F238E27FC236}">
                      <a16:creationId xmlns:a16="http://schemas.microsoft.com/office/drawing/2014/main" id="{44867AC3-531C-96EC-8588-33FB135DF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10613" r="78349" b="76756"/>
                <a:stretch/>
              </p:blipFill>
              <p:spPr>
                <a:xfrm>
                  <a:off x="4270077" y="1855165"/>
                  <a:ext cx="964864" cy="740716"/>
                </a:xfrm>
                <a:prstGeom prst="rect">
                  <a:avLst/>
                </a:prstGeom>
              </p:spPr>
            </p:pic>
          </p:grp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41452039-BE61-DA8A-ABD2-F921E3FB6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8420" y="2677381"/>
                <a:ext cx="1376680" cy="716059"/>
              </a:xfrm>
              <a:prstGeom prst="rect">
                <a:avLst/>
              </a:prstGeom>
            </p:spPr>
          </p:pic>
        </p:grp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C6887CF-C3A6-422E-2776-307EC3995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0847" y="3134572"/>
              <a:ext cx="1376680" cy="250753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7DFAC59-A3C6-FE9C-FCBA-A78ED7570EB6}"/>
              </a:ext>
            </a:extLst>
          </p:cNvPr>
          <p:cNvSpPr/>
          <p:nvPr/>
        </p:nvSpPr>
        <p:spPr>
          <a:xfrm>
            <a:off x="762000" y="1348740"/>
            <a:ext cx="1653539" cy="25908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516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73A4A902-19E3-CDA6-11EE-C6B517D3FAF1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18ACF5C9-A930-7CC5-E06F-4D5CCFC101C5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DE57E6B1-C7FA-F8E1-DBE7-4A925C29C50C}"/>
                  </a:ext>
                </a:extLst>
              </p:cNvPr>
              <p:cNvGrpSpPr/>
              <p:nvPr/>
            </p:nvGrpSpPr>
            <p:grpSpPr>
              <a:xfrm>
                <a:off x="4270076" y="1831603"/>
                <a:ext cx="7823780" cy="3194793"/>
                <a:chOff x="4270076" y="1831603"/>
                <a:chExt cx="7823780" cy="3194793"/>
              </a:xfrm>
            </p:grpSpPr>
            <p:pic>
              <p:nvPicPr>
                <p:cNvPr id="5" name="Imagem 4">
                  <a:extLst>
                    <a:ext uri="{FF2B5EF4-FFF2-40B4-BE49-F238E27FC236}">
                      <a16:creationId xmlns:a16="http://schemas.microsoft.com/office/drawing/2014/main" id="{1686D56C-A951-87B9-AA56-EAB46CC8D9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0076" y="1831603"/>
                  <a:ext cx="7823780" cy="3194793"/>
                </a:xfrm>
                <a:prstGeom prst="rect">
                  <a:avLst/>
                </a:prstGeom>
              </p:spPr>
            </p:pic>
            <p:pic>
              <p:nvPicPr>
                <p:cNvPr id="6" name="Imagem 5">
                  <a:extLst>
                    <a:ext uri="{FF2B5EF4-FFF2-40B4-BE49-F238E27FC236}">
                      <a16:creationId xmlns:a16="http://schemas.microsoft.com/office/drawing/2014/main" id="{44867AC3-531C-96EC-8588-33FB135DF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10613" r="78349" b="76756"/>
                <a:stretch/>
              </p:blipFill>
              <p:spPr>
                <a:xfrm>
                  <a:off x="4270077" y="1855165"/>
                  <a:ext cx="964864" cy="740716"/>
                </a:xfrm>
                <a:prstGeom prst="rect">
                  <a:avLst/>
                </a:prstGeom>
              </p:spPr>
            </p:pic>
          </p:grp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41452039-BE61-DA8A-ABD2-F921E3FB6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8420" y="2677381"/>
                <a:ext cx="1376680" cy="716059"/>
              </a:xfrm>
              <a:prstGeom prst="rect">
                <a:avLst/>
              </a:prstGeom>
            </p:spPr>
          </p:pic>
        </p:grp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C6887CF-C3A6-422E-2776-307EC3995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42439" b="-3237"/>
            <a:stretch/>
          </p:blipFill>
          <p:spPr>
            <a:xfrm>
              <a:off x="6400847" y="3134572"/>
              <a:ext cx="792433" cy="258868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7DFAC59-A3C6-FE9C-FCBA-A78ED7570EB6}"/>
              </a:ext>
            </a:extLst>
          </p:cNvPr>
          <p:cNvSpPr/>
          <p:nvPr/>
        </p:nvSpPr>
        <p:spPr>
          <a:xfrm>
            <a:off x="800100" y="1650720"/>
            <a:ext cx="1767840" cy="26952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08D4FFA-9859-77E4-B926-7559D473292E}"/>
              </a:ext>
            </a:extLst>
          </p:cNvPr>
          <p:cNvCxnSpPr/>
          <p:nvPr/>
        </p:nvCxnSpPr>
        <p:spPr>
          <a:xfrm>
            <a:off x="2567940" y="1920240"/>
            <a:ext cx="4373880" cy="136398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31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8A8B4F8-0767-5D98-C46B-507D4697C7E5}"/>
              </a:ext>
            </a:extLst>
          </p:cNvPr>
          <p:cNvSpPr/>
          <p:nvPr/>
        </p:nvSpPr>
        <p:spPr>
          <a:xfrm>
            <a:off x="495300" y="472440"/>
            <a:ext cx="1973579" cy="217673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F2BA8DF-6753-2085-FBA2-918D5F9718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2439" b="-3237"/>
          <a:stretch/>
        </p:blipFill>
        <p:spPr>
          <a:xfrm>
            <a:off x="6400847" y="3134572"/>
            <a:ext cx="792433" cy="25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66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F2BA8DF-6753-2085-FBA2-918D5F9718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2439" b="-3237"/>
          <a:stretch/>
        </p:blipFill>
        <p:spPr>
          <a:xfrm>
            <a:off x="6400847" y="3134572"/>
            <a:ext cx="792433" cy="25886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793239F-00EF-0986-94C9-692167F7A7EF}"/>
              </a:ext>
            </a:extLst>
          </p:cNvPr>
          <p:cNvSpPr/>
          <p:nvPr/>
        </p:nvSpPr>
        <p:spPr>
          <a:xfrm>
            <a:off x="792481" y="769620"/>
            <a:ext cx="891540" cy="22860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6175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F2BA8DF-6753-2085-FBA2-918D5F9718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2439" b="-3237"/>
          <a:stretch/>
        </p:blipFill>
        <p:spPr>
          <a:xfrm>
            <a:off x="6400847" y="3134572"/>
            <a:ext cx="792433" cy="25886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A452376-A40E-44CB-BF12-FE245B8ACB18}"/>
              </a:ext>
            </a:extLst>
          </p:cNvPr>
          <p:cNvSpPr/>
          <p:nvPr/>
        </p:nvSpPr>
        <p:spPr>
          <a:xfrm>
            <a:off x="762000" y="1348740"/>
            <a:ext cx="1653539" cy="25908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2762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F2BA8DF-6753-2085-FBA2-918D5F9718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47420" b="-3238"/>
          <a:stretch/>
        </p:blipFill>
        <p:spPr>
          <a:xfrm>
            <a:off x="6990080" y="3116580"/>
            <a:ext cx="213360" cy="27686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800100" y="1650720"/>
            <a:ext cx="1767840" cy="26952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6B1A52E-44AB-3F13-FAC0-F2B9E3EFB153}"/>
              </a:ext>
            </a:extLst>
          </p:cNvPr>
          <p:cNvCxnSpPr/>
          <p:nvPr/>
        </p:nvCxnSpPr>
        <p:spPr>
          <a:xfrm>
            <a:off x="2567940" y="1920240"/>
            <a:ext cx="4358640" cy="12967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858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8A8B4F8-0767-5D98-C46B-507D4697C7E5}"/>
              </a:ext>
            </a:extLst>
          </p:cNvPr>
          <p:cNvSpPr/>
          <p:nvPr/>
        </p:nvSpPr>
        <p:spPr>
          <a:xfrm>
            <a:off x="495300" y="472440"/>
            <a:ext cx="1973579" cy="217673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6BE687B0-C484-8F6D-B45F-A4D4300AEE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47420" b="-3238"/>
          <a:stretch/>
        </p:blipFill>
        <p:spPr>
          <a:xfrm>
            <a:off x="6990080" y="3116580"/>
            <a:ext cx="213360" cy="27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6793239F-00EF-0986-94C9-692167F7A7EF}"/>
              </a:ext>
            </a:extLst>
          </p:cNvPr>
          <p:cNvSpPr/>
          <p:nvPr/>
        </p:nvSpPr>
        <p:spPr>
          <a:xfrm>
            <a:off x="792481" y="769620"/>
            <a:ext cx="891540" cy="22860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CA11A77-AA3F-1F62-AB99-B465ECC3DA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47420" b="-3238"/>
          <a:stretch/>
        </p:blipFill>
        <p:spPr>
          <a:xfrm>
            <a:off x="6990080" y="3116580"/>
            <a:ext cx="213360" cy="27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29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A452376-A40E-44CB-BF12-FE245B8ACB18}"/>
              </a:ext>
            </a:extLst>
          </p:cNvPr>
          <p:cNvSpPr/>
          <p:nvPr/>
        </p:nvSpPr>
        <p:spPr>
          <a:xfrm>
            <a:off x="762000" y="1348740"/>
            <a:ext cx="1653539" cy="25908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10AFF8B-53BA-15CA-B7F1-F09FC978D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47420" b="-3238"/>
          <a:stretch/>
        </p:blipFill>
        <p:spPr>
          <a:xfrm>
            <a:off x="6990080" y="3116580"/>
            <a:ext cx="213360" cy="27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98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F2BA8DF-6753-2085-FBA2-918D5F9718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1479" b="-3238"/>
          <a:stretch/>
        </p:blipFill>
        <p:spPr>
          <a:xfrm>
            <a:off x="7018020" y="3107763"/>
            <a:ext cx="157480" cy="27686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800100" y="1650720"/>
            <a:ext cx="1767840" cy="26952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6B1A52E-44AB-3F13-FAC0-F2B9E3EFB153}"/>
              </a:ext>
            </a:extLst>
          </p:cNvPr>
          <p:cNvCxnSpPr/>
          <p:nvPr/>
        </p:nvCxnSpPr>
        <p:spPr>
          <a:xfrm>
            <a:off x="2567940" y="1920240"/>
            <a:ext cx="4358640" cy="12967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78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8A8B4F8-0767-5D98-C46B-507D4697C7E5}"/>
              </a:ext>
            </a:extLst>
          </p:cNvPr>
          <p:cNvSpPr/>
          <p:nvPr/>
        </p:nvSpPr>
        <p:spPr>
          <a:xfrm>
            <a:off x="495300" y="472440"/>
            <a:ext cx="1973579" cy="217673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B708F692-7D3C-AAA0-DA7F-43710660BB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1479" b="-3238"/>
          <a:stretch/>
        </p:blipFill>
        <p:spPr>
          <a:xfrm>
            <a:off x="7018020" y="3107763"/>
            <a:ext cx="157480" cy="27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03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6793239F-00EF-0986-94C9-692167F7A7EF}"/>
              </a:ext>
            </a:extLst>
          </p:cNvPr>
          <p:cNvSpPr/>
          <p:nvPr/>
        </p:nvSpPr>
        <p:spPr>
          <a:xfrm>
            <a:off x="792481" y="769620"/>
            <a:ext cx="891540" cy="22860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393701-4A2D-ED49-6F93-19CC743560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1479" b="-3238"/>
          <a:stretch/>
        </p:blipFill>
        <p:spPr>
          <a:xfrm>
            <a:off x="7018020" y="3107763"/>
            <a:ext cx="157480" cy="27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65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A452376-A40E-44CB-BF12-FE245B8ACB18}"/>
              </a:ext>
            </a:extLst>
          </p:cNvPr>
          <p:cNvSpPr/>
          <p:nvPr/>
        </p:nvSpPr>
        <p:spPr>
          <a:xfrm>
            <a:off x="762000" y="1348740"/>
            <a:ext cx="1653539" cy="25908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D111AB-B80D-A887-2F4D-E407E848AE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1479" b="-3238"/>
          <a:stretch/>
        </p:blipFill>
        <p:spPr>
          <a:xfrm>
            <a:off x="7018020" y="3107763"/>
            <a:ext cx="157480" cy="27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29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F2BA8DF-6753-2085-FBA2-918D5F9718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6829" b="-6754"/>
          <a:stretch/>
        </p:blipFill>
        <p:spPr>
          <a:xfrm>
            <a:off x="7058660" y="3107763"/>
            <a:ext cx="83820" cy="28567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800100" y="1650720"/>
            <a:ext cx="1767840" cy="26952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6B1A52E-44AB-3F13-FAC0-F2B9E3EFB153}"/>
              </a:ext>
            </a:extLst>
          </p:cNvPr>
          <p:cNvCxnSpPr/>
          <p:nvPr/>
        </p:nvCxnSpPr>
        <p:spPr>
          <a:xfrm>
            <a:off x="2567940" y="1920240"/>
            <a:ext cx="4358640" cy="12967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04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8A8B4F8-0767-5D98-C46B-507D4697C7E5}"/>
              </a:ext>
            </a:extLst>
          </p:cNvPr>
          <p:cNvSpPr/>
          <p:nvPr/>
        </p:nvSpPr>
        <p:spPr>
          <a:xfrm>
            <a:off x="495300" y="472440"/>
            <a:ext cx="1973579" cy="217673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C5F85B75-38B5-E696-27D0-785E795E76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6829" b="-6754"/>
          <a:stretch/>
        </p:blipFill>
        <p:spPr>
          <a:xfrm>
            <a:off x="7058660" y="3107763"/>
            <a:ext cx="83820" cy="28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19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6793239F-00EF-0986-94C9-692167F7A7EF}"/>
              </a:ext>
            </a:extLst>
          </p:cNvPr>
          <p:cNvSpPr/>
          <p:nvPr/>
        </p:nvSpPr>
        <p:spPr>
          <a:xfrm>
            <a:off x="792481" y="769620"/>
            <a:ext cx="891540" cy="22860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94C78A8-E28C-76AE-6707-BFBAFF409E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6829" b="-6754"/>
          <a:stretch/>
        </p:blipFill>
        <p:spPr>
          <a:xfrm>
            <a:off x="7058660" y="3107763"/>
            <a:ext cx="83820" cy="28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74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A452376-A40E-44CB-BF12-FE245B8ACB18}"/>
              </a:ext>
            </a:extLst>
          </p:cNvPr>
          <p:cNvSpPr/>
          <p:nvPr/>
        </p:nvSpPr>
        <p:spPr>
          <a:xfrm>
            <a:off x="762000" y="1348740"/>
            <a:ext cx="1653539" cy="25908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78AE09-69FC-12EB-8C7C-8945D89DBF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82" t="-7175" r="56829" b="-6754"/>
          <a:stretch/>
        </p:blipFill>
        <p:spPr>
          <a:xfrm>
            <a:off x="7058660" y="3107763"/>
            <a:ext cx="83820" cy="28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1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800100" y="1650720"/>
            <a:ext cx="1767840" cy="26952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6B1A52E-44AB-3F13-FAC0-F2B9E3EFB153}"/>
              </a:ext>
            </a:extLst>
          </p:cNvPr>
          <p:cNvCxnSpPr/>
          <p:nvPr/>
        </p:nvCxnSpPr>
        <p:spPr>
          <a:xfrm>
            <a:off x="2567940" y="1920240"/>
            <a:ext cx="4358640" cy="12967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8D30E772-2DF2-7957-3043-C2A5A17B7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917" y="3127898"/>
            <a:ext cx="255128" cy="2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57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495300" y="1831603"/>
            <a:ext cx="472440" cy="233417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30E772-2DF2-7957-3043-C2A5A17B7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917" y="3127898"/>
            <a:ext cx="255128" cy="2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38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762000" y="2560673"/>
            <a:ext cx="1729740" cy="220628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30E772-2DF2-7957-3043-C2A5A17B7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917" y="3127898"/>
            <a:ext cx="255128" cy="2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87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777240" y="2375253"/>
            <a:ext cx="3215640" cy="302128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30E772-2DF2-7957-3043-C2A5A17B7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917" y="3127898"/>
            <a:ext cx="255128" cy="2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69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D2FDB2-C1B7-45FB-786C-B7FD8A8D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4" y="53977"/>
            <a:ext cx="5513621" cy="316300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8ACF5C9-A930-7CC5-E06F-4D5CCFC101C5}"/>
              </a:ext>
            </a:extLst>
          </p:cNvPr>
          <p:cNvGrpSpPr/>
          <p:nvPr/>
        </p:nvGrpSpPr>
        <p:grpSpPr>
          <a:xfrm>
            <a:off x="4270076" y="1831603"/>
            <a:ext cx="7823780" cy="3194793"/>
            <a:chOff x="4270076" y="1831603"/>
            <a:chExt cx="7823780" cy="319479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E57E6B1-C7FA-F8E1-DBE7-4A925C29C50C}"/>
                </a:ext>
              </a:extLst>
            </p:cNvPr>
            <p:cNvGrpSpPr/>
            <p:nvPr/>
          </p:nvGrpSpPr>
          <p:grpSpPr>
            <a:xfrm>
              <a:off x="4270076" y="1831603"/>
              <a:ext cx="7823780" cy="3194793"/>
              <a:chOff x="4270076" y="1831603"/>
              <a:chExt cx="7823780" cy="319479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1686D56C-A951-87B9-AA56-EAB46CC8D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076" y="1831603"/>
                <a:ext cx="7823780" cy="3194793"/>
              </a:xfrm>
              <a:prstGeom prst="rect">
                <a:avLst/>
              </a:prstGeom>
            </p:spPr>
          </p:pic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44867AC3-531C-96EC-8588-33FB135DF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0613" r="78349" b="76756"/>
              <a:stretch/>
            </p:blipFill>
            <p:spPr>
              <a:xfrm>
                <a:off x="4270077" y="1855165"/>
                <a:ext cx="964864" cy="740716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452039-BE61-DA8A-ABD2-F921E3F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420" y="2677381"/>
              <a:ext cx="1376680" cy="716059"/>
            </a:xfrm>
            <a:prstGeom prst="rect">
              <a:avLst/>
            </a:prstGeom>
          </p:spPr>
        </p:pic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7D80CFBF-BF8B-F465-A44A-C70361133E9E}"/>
              </a:ext>
            </a:extLst>
          </p:cNvPr>
          <p:cNvSpPr/>
          <p:nvPr/>
        </p:nvSpPr>
        <p:spPr>
          <a:xfrm>
            <a:off x="769620" y="2872741"/>
            <a:ext cx="792480" cy="198120"/>
          </a:xfrm>
          <a:prstGeom prst="rect">
            <a:avLst/>
          </a:prstGeom>
          <a:noFill/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30E772-2DF2-7957-3043-C2A5A17B7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917" y="3127898"/>
            <a:ext cx="255128" cy="2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6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</Words>
  <Application>Microsoft Office PowerPoint</Application>
  <PresentationFormat>Widescreen</PresentationFormat>
  <Paragraphs>5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Tema do Office</vt:lpstr>
      <vt:lpstr>Mapa de Memória – Semana 06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Apro Rodrigues</dc:creator>
  <cp:lastModifiedBy>Rafael Apro Rodrigues</cp:lastModifiedBy>
  <cp:revision>8</cp:revision>
  <dcterms:created xsi:type="dcterms:W3CDTF">2026-04-10T13:31:46Z</dcterms:created>
  <dcterms:modified xsi:type="dcterms:W3CDTF">2026-04-10T13:58:00Z</dcterms:modified>
</cp:coreProperties>
</file>